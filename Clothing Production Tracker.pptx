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6" d="100"/>
          <a:sy n="46" d="100"/>
        </p:scale>
        <p:origin x="58" y="9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AC936F-8940-FC0F-3ECF-18DEB14EBB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9598231-A79E-EF10-3CB5-B98824DA5F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5EA9CD5-3AB2-0D8E-C178-EB4EFC259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4CA5E-9C6F-4404-8B09-D9088618796D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A1E4079-B369-A14E-272E-9BC624DFA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2FB4F95-85AF-B8BD-01CB-61E710769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2F962-D57C-43E4-AE91-76E4AA6309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5774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D59895-0621-EE41-8C12-F1BBA17CE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D32260-0391-39FD-E1A4-916435A21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3D6FC74-9153-1501-E321-8B5DFE5AD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4CA5E-9C6F-4404-8B09-D9088618796D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13E18E1-1576-A8E0-3C6E-8FF5EB2C3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070D7CB-D326-4C16-734F-D4A7398C3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2F962-D57C-43E4-AE91-76E4AA6309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2136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A6ADD1-0EAA-618F-C4DA-5D9528E8D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3B45BB7-9950-C59B-6C4F-8F704ED81B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86C3FD0-90F0-E7B3-E9FD-15E69E67D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4CA5E-9C6F-4404-8B09-D9088618796D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E348C8-0FBD-9CD2-6FDA-1709FAC1C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B524DEE-CF00-2F00-B875-16501AECE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2F962-D57C-43E4-AE91-76E4AA6309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0543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F34F40-4B1F-0FCD-C175-A53CB8AAC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91A844-6770-FA7A-B4A4-FA2017A931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C777058-277D-64E8-8A12-594F8C2CEC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8F41A00-B385-D669-2AF0-A0E36F552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4CA5E-9C6F-4404-8B09-D9088618796D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62BA999-AC9E-E302-0CA7-832290350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CEDD20A-24C4-92AA-ABA4-0DFC07094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2F962-D57C-43E4-AE91-76E4AA6309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4226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3577E1-7CDB-048A-0632-623EE46AA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AC4BA5B-C1D4-96EA-D28D-0300344513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9A41193-1CA6-E8FC-8559-807A71CA2C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A01EBB7-1718-B5FD-C7C8-0F004BC0B1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C087BA9-8F07-883A-5654-A99BB90C29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00C2D49-2E1F-27A9-DA49-ED352BF21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4CA5E-9C6F-4404-8B09-D9088618796D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8C87B3A-CC57-25C0-1B7F-164F5B20D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9887423-393A-1C0C-5C70-2AE29FCB8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2F962-D57C-43E4-AE91-76E4AA6309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8191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64F442-E56F-BC0B-9377-40241492F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BE9661A-83AD-972B-D32E-562102E71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4CA5E-9C6F-4404-8B09-D9088618796D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19084D6-7559-3841-7808-268859139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879EF57-249E-33B3-B087-E69252446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2F962-D57C-43E4-AE91-76E4AA6309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5826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3EBDB61-10EF-8A3F-57AE-C67AC28EC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4CA5E-9C6F-4404-8B09-D9088618796D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52EB10C-EC42-4A6D-887D-57DE5F9D3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BE6E24F-8172-C0BE-D088-DE31BA4B9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2F962-D57C-43E4-AE91-76E4AA6309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5178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7CAC82-7FC4-3FD6-8121-03B5AEC1A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5AEFDD-AB57-B6A4-F5F3-09897BDCE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34121CD-9C96-B2A1-0D45-4008789C27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4818A17-EFC5-0748-7ADF-AB06368AC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4CA5E-9C6F-4404-8B09-D9088618796D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C6D20B7-55CF-5C4B-2B3D-67E52B226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FEE399E-B595-AE61-AA87-8682943BC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2F962-D57C-43E4-AE91-76E4AA6309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407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8CBC0F-8609-5792-57DB-C50162C44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5FAC2AE-647C-844E-E8A6-A29660FA8D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EAE98F8-7731-3FCC-2B8E-13B9FB4E70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8B43606-52AA-46C6-5202-CC0E72FEE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4CA5E-9C6F-4404-8B09-D9088618796D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185AFA4-7BBF-5C02-34B7-B79ABECA7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61B10D6-9989-FFFF-5335-273E175A3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2F962-D57C-43E4-AE91-76E4AA6309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1418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7DF888-6B66-836B-A0AD-03B19908B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E662BE5-3618-C96C-7930-9DE0C27917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AA37A0A-F861-AF18-5CE3-6D1573805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4CA5E-9C6F-4404-8B09-D9088618796D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8CCFB71-151B-E75B-9056-FF596A927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FB795D0-FC28-7A6F-B381-296201D16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2F962-D57C-43E4-AE91-76E4AA6309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8746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5D7B98C-87A0-EE81-35BE-36628DE9FB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E6E83DC-CAF0-7BC1-B26D-746817939B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30AE9A8-C99B-4479-BF46-36A50CA7C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4CA5E-9C6F-4404-8B09-D9088618796D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69D4A64-F4E5-5BF0-6EBE-E952B1341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406E46-7264-2805-9EBE-1EC40A9A0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2F962-D57C-43E4-AE91-76E4AA6309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2544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20427E-D773-6091-F59D-212738E1F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BD73FD2-5BC3-7641-D55E-193F5E6AB4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8E4445-E17D-A71F-8FC4-0C147B2A22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4CA5E-9C6F-4404-8B09-D9088618796D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537FB4E-7759-B2DF-1629-29FC00D6AD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DD7D9E7-437F-19E7-1679-5A4D9D97B1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2F962-D57C-43E4-AE91-76E4AA6309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5914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268971-D5B2-56DC-0440-9C91A9E6E7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42319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Clothing Production Tracker</a:t>
            </a:r>
            <a:r>
              <a:rPr lang="ru-RU" b="1" dirty="0"/>
              <a:t> – система управления производством на швейном предприятии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ACBB615-1E72-DD4B-CA89-41EEA4064E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00554"/>
            <a:ext cx="9144000" cy="1655762"/>
          </a:xfrm>
        </p:spPr>
        <p:txBody>
          <a:bodyPr/>
          <a:lstStyle/>
          <a:p>
            <a:r>
              <a:rPr lang="ru-RU" dirty="0"/>
              <a:t>Автор:  </a:t>
            </a:r>
            <a:r>
              <a:rPr lang="ru-RU" dirty="0" err="1"/>
              <a:t>Мушегян</a:t>
            </a:r>
            <a:r>
              <a:rPr lang="ru-RU" dirty="0"/>
              <a:t> Нарек 408ИС-22</a:t>
            </a:r>
          </a:p>
          <a:p>
            <a:r>
              <a:rPr lang="ru-RU" dirty="0"/>
              <a:t>Руководитель: Кусков Ф.В.</a:t>
            </a:r>
          </a:p>
        </p:txBody>
      </p:sp>
    </p:spTree>
    <p:extLst>
      <p:ext uri="{BB962C8B-B14F-4D97-AF65-F5344CB8AC3E}">
        <p14:creationId xmlns:p14="http://schemas.microsoft.com/office/powerpoint/2010/main" val="2259906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8AAC77-DF44-D88F-89B1-B41CCCD11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План презентации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590766-E810-494B-8388-DCDC6CDAD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Анализ рынка и постановка задачи</a:t>
            </a:r>
          </a:p>
          <a:p>
            <a:r>
              <a:rPr lang="ru-RU" dirty="0"/>
              <a:t>Исследование существующих решений</a:t>
            </a:r>
          </a:p>
          <a:p>
            <a:r>
              <a:rPr lang="ru-RU" dirty="0"/>
              <a:t>Целевая аудитория и потребности</a:t>
            </a:r>
          </a:p>
          <a:p>
            <a:r>
              <a:rPr lang="ru-RU" dirty="0"/>
              <a:t>Функциональные и нефункциональные требования</a:t>
            </a:r>
          </a:p>
          <a:p>
            <a:r>
              <a:rPr lang="ru-RU" dirty="0"/>
              <a:t>Архитектура и интерфейс</a:t>
            </a:r>
          </a:p>
          <a:p>
            <a:r>
              <a:rPr lang="ru-RU" dirty="0"/>
              <a:t>Реализованный функционал</a:t>
            </a:r>
          </a:p>
          <a:p>
            <a:r>
              <a:rPr lang="ru-RU" dirty="0"/>
              <a:t>Тестирование и отладка</a:t>
            </a:r>
          </a:p>
          <a:p>
            <a:r>
              <a:rPr lang="ru-RU" dirty="0"/>
              <a:t>Документирование</a:t>
            </a:r>
          </a:p>
          <a:p>
            <a:r>
              <a:rPr lang="ru-RU" dirty="0"/>
              <a:t>Планы развития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6904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229D4C-6158-C549-6819-E5A13E66E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Идея проекта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FED316-5DA8-A8EB-4A6F-BA4DE71BA6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b="1" dirty="0"/>
              <a:t>«</a:t>
            </a:r>
            <a:r>
              <a:rPr lang="en-US" b="1" dirty="0"/>
              <a:t>Clothing Production Tracker</a:t>
            </a:r>
            <a:r>
              <a:rPr lang="ru-RU" b="1" dirty="0"/>
              <a:t> »</a:t>
            </a:r>
            <a:r>
              <a:rPr lang="ru-RU" dirty="0"/>
              <a:t> — это цифровая платформа для автоматизации управления производственным процессом на швейном предприятии.</a:t>
            </a:r>
          </a:p>
          <a:p>
            <a:pPr marL="0" indent="0">
              <a:buNone/>
            </a:pPr>
            <a:r>
              <a:rPr lang="ru-RU" dirty="0"/>
              <a:t>Приложение помогает:</a:t>
            </a:r>
          </a:p>
          <a:p>
            <a:r>
              <a:rPr lang="ru-RU" b="1" dirty="0"/>
              <a:t>Директору/Начальнику производства</a:t>
            </a:r>
            <a:r>
              <a:rPr lang="ru-RU" dirty="0"/>
              <a:t> контролировать выполнение заказов и распределять ресурсы.</a:t>
            </a:r>
          </a:p>
          <a:p>
            <a:r>
              <a:rPr lang="ru-RU" b="1" dirty="0"/>
              <a:t>Мастеру</a:t>
            </a:r>
            <a:r>
              <a:rPr lang="ru-RU" dirty="0"/>
              <a:t> назначать задания, следить за продуктивностью бригад и качеством работы.</a:t>
            </a:r>
          </a:p>
          <a:p>
            <a:r>
              <a:rPr lang="ru-RU" b="1" dirty="0"/>
              <a:t>Швее</a:t>
            </a:r>
            <a:r>
              <a:rPr lang="ru-RU" dirty="0"/>
              <a:t> видеть свои задачи, оперативно отчитываться о выполненной работе и контролировать личную статистику.</a:t>
            </a:r>
          </a:p>
          <a:p>
            <a:r>
              <a:rPr lang="ru-RU" b="1" dirty="0"/>
              <a:t>Кладовщику</a:t>
            </a:r>
            <a:r>
              <a:rPr lang="ru-RU" dirty="0"/>
              <a:t> отслеживать остатки материалов и своевременно пополнять запасы.</a:t>
            </a:r>
          </a:p>
          <a:p>
            <a:pPr marL="0" indent="0">
              <a:buNone/>
            </a:pPr>
            <a:r>
              <a:rPr lang="ru-RU" b="1" dirty="0"/>
              <a:t>Целевая аудитория:</a:t>
            </a:r>
            <a:r>
              <a:rPr lang="ru-RU" dirty="0"/>
              <a:t> Руководители, мастера, швеи и кладовщики швейных производств, стремящиеся к цифровизации и повышению прозрачности рабочих процессов.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04235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3AAF29-54EE-347D-46FD-F20F00CB5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Основной функционал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BDA8A3-B5C3-5A52-D554-C31816D73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196" y="1253331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b="1" dirty="0"/>
              <a:t>Многоуровневая система ролей:</a:t>
            </a:r>
            <a:endParaRPr lang="ru-RU" sz="2000" dirty="0"/>
          </a:p>
          <a:p>
            <a:r>
              <a:rPr lang="ru-RU" sz="2000" b="1" dirty="0"/>
              <a:t>Директор/Начальник производства:</a:t>
            </a:r>
            <a:r>
              <a:rPr lang="ru-RU" sz="2000" dirty="0"/>
              <a:t> Управление заказами, персоналом, общая аналитика и планирование.</a:t>
            </a:r>
          </a:p>
          <a:p>
            <a:r>
              <a:rPr lang="ru-RU" sz="2000" b="1" dirty="0"/>
              <a:t>Мастер:</a:t>
            </a:r>
            <a:r>
              <a:rPr lang="ru-RU" sz="2000" dirty="0"/>
              <a:t> Управление бригадой, назначение заданий, контроль качества и графика работы.</a:t>
            </a:r>
          </a:p>
          <a:p>
            <a:r>
              <a:rPr lang="ru-RU" sz="2000" b="1" dirty="0"/>
              <a:t>Швея:</a:t>
            </a:r>
            <a:r>
              <a:rPr lang="ru-RU" sz="2000" dirty="0"/>
              <a:t> Просмотр и учет выполнения личных заданий, доступ к статистике.</a:t>
            </a:r>
          </a:p>
          <a:p>
            <a:r>
              <a:rPr lang="ru-RU" sz="2000" b="1" dirty="0"/>
              <a:t>Кладовщик:</a:t>
            </a:r>
            <a:r>
              <a:rPr lang="ru-RU" sz="2000" dirty="0"/>
              <a:t> Управление складскими запасами, инвентаризация, контроль списания материалов.</a:t>
            </a:r>
          </a:p>
          <a:p>
            <a:pPr marL="0" indent="0">
              <a:buNone/>
            </a:pPr>
            <a:r>
              <a:rPr lang="ru-RU" sz="2000" b="1" dirty="0"/>
              <a:t>Ключевые функции:</a:t>
            </a:r>
            <a:endParaRPr lang="ru-RU" sz="2000" dirty="0"/>
          </a:p>
          <a:p>
            <a:r>
              <a:rPr lang="ru-RU" sz="2000" dirty="0"/>
              <a:t>Управление производственными заказами (статусы, прогресс).</a:t>
            </a:r>
          </a:p>
          <a:p>
            <a:r>
              <a:rPr lang="ru-RU" sz="2000" dirty="0"/>
              <a:t>Назначение операций сотрудникам с привязкой к заказу.</a:t>
            </a:r>
          </a:p>
          <a:p>
            <a:r>
              <a:rPr lang="ru-RU" sz="2000" dirty="0"/>
              <a:t>Оперативный учет выполнения и брака работниками.</a:t>
            </a:r>
          </a:p>
          <a:p>
            <a:r>
              <a:rPr lang="ru-RU" sz="2000" dirty="0"/>
              <a:t>Контроль складских запасов (низкий запас, списания).</a:t>
            </a:r>
          </a:p>
          <a:p>
            <a:r>
              <a:rPr lang="ru-RU" sz="2000" dirty="0"/>
              <a:t>Статистика по бригадам и сотрудникам (производительность, процент брака).</a:t>
            </a:r>
          </a:p>
          <a:p>
            <a:r>
              <a:rPr lang="ru-RU" sz="2000" dirty="0"/>
              <a:t>Просмотр графика работы и активных заданий.</a:t>
            </a:r>
          </a:p>
        </p:txBody>
      </p:sp>
    </p:spTree>
    <p:extLst>
      <p:ext uri="{BB962C8B-B14F-4D97-AF65-F5344CB8AC3E}">
        <p14:creationId xmlns:p14="http://schemas.microsoft.com/office/powerpoint/2010/main" val="2847905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1717E3-B159-3C18-ECD0-9C7A13378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Архитектура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4021D5-725C-76A8-6401-8BB967E4C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Проект основан на </a:t>
            </a:r>
            <a:r>
              <a:rPr lang="ru-RU" b="1" dirty="0"/>
              <a:t>модульной архитектуре</a:t>
            </a:r>
            <a:r>
              <a:rPr lang="ru-RU" dirty="0"/>
              <a:t>, организованной по ролям пользователей:</a:t>
            </a:r>
          </a:p>
          <a:p>
            <a:r>
              <a:rPr lang="ru-RU" dirty="0"/>
              <a:t>Модуль управления производством (заказы, аналитика)</a:t>
            </a:r>
          </a:p>
          <a:p>
            <a:r>
              <a:rPr lang="ru-RU" dirty="0"/>
              <a:t>Модуль мастера (задания, бригады, качество)</a:t>
            </a:r>
          </a:p>
          <a:p>
            <a:r>
              <a:rPr lang="ru-RU" dirty="0"/>
              <a:t>Модуль исполнителя (личные задачи, учет)</a:t>
            </a:r>
          </a:p>
          <a:p>
            <a:r>
              <a:rPr lang="ru-RU" dirty="0"/>
              <a:t>Модуль склада (материалы, инвентаризация)</a:t>
            </a:r>
          </a:p>
          <a:p>
            <a:pPr marL="0" indent="0">
              <a:buNone/>
            </a:pPr>
            <a:r>
              <a:rPr lang="ru-RU" b="1" dirty="0"/>
              <a:t>Используемые подходы:</a:t>
            </a:r>
            <a:endParaRPr lang="ru-RU" dirty="0"/>
          </a:p>
          <a:p>
            <a:r>
              <a:rPr lang="ru-RU" dirty="0"/>
              <a:t>Клиент-серверная или локальная архитектура для учета данных</a:t>
            </a:r>
          </a:p>
          <a:p>
            <a:r>
              <a:rPr lang="ru-RU" dirty="0"/>
              <a:t>Интуитивная навигация между экранами, адаптированная под рабочий процесс</a:t>
            </a:r>
          </a:p>
          <a:p>
            <a:r>
              <a:rPr lang="ru-RU" dirty="0"/>
              <a:t>Система контроля доступа на основе ролей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92304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C4D586-A561-5A0C-0169-DDBBBCF4D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Используемые технологии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502B72-DB29-5127-73F9-1FEE8B6596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Язык программирования:</a:t>
            </a:r>
            <a:r>
              <a:rPr lang="ru-RU" dirty="0"/>
              <a:t> </a:t>
            </a:r>
            <a:r>
              <a:rPr lang="en-US" dirty="0"/>
              <a:t>Java</a:t>
            </a:r>
          </a:p>
          <a:p>
            <a:r>
              <a:rPr lang="ru-RU" b="1" dirty="0"/>
              <a:t>Среда разработки:</a:t>
            </a:r>
            <a:r>
              <a:rPr lang="ru-RU" dirty="0"/>
              <a:t> </a:t>
            </a:r>
            <a:r>
              <a:rPr lang="en-US" dirty="0"/>
              <a:t>Android Studio</a:t>
            </a:r>
          </a:p>
          <a:p>
            <a:r>
              <a:rPr lang="ru-RU" b="1" dirty="0"/>
              <a:t>Локальное хранилище:</a:t>
            </a:r>
            <a:r>
              <a:rPr lang="ru-RU" dirty="0"/>
              <a:t> </a:t>
            </a:r>
            <a:r>
              <a:rPr lang="en-US" dirty="0"/>
              <a:t>SQLite </a:t>
            </a:r>
          </a:p>
          <a:p>
            <a:r>
              <a:rPr lang="ru-RU" b="1" dirty="0"/>
              <a:t>Интерфейс:</a:t>
            </a:r>
            <a:r>
              <a:rPr lang="ru-RU" dirty="0"/>
              <a:t> </a:t>
            </a:r>
            <a:r>
              <a:rPr lang="en-US" dirty="0"/>
              <a:t>Material Design Components</a:t>
            </a:r>
          </a:p>
          <a:p>
            <a:r>
              <a:rPr lang="ru-RU" b="1" dirty="0"/>
              <a:t>Навигация:</a:t>
            </a:r>
            <a:r>
              <a:rPr lang="ru-RU" dirty="0"/>
              <a:t> </a:t>
            </a:r>
            <a:r>
              <a:rPr lang="en-US" dirty="0"/>
              <a:t>Navigation Component</a:t>
            </a:r>
          </a:p>
          <a:p>
            <a:r>
              <a:rPr lang="ru-RU" b="1" dirty="0"/>
              <a:t>Контроль версий:</a:t>
            </a:r>
            <a:r>
              <a:rPr lang="ru-RU" dirty="0"/>
              <a:t> </a:t>
            </a:r>
            <a:r>
              <a:rPr lang="en-US" dirty="0"/>
              <a:t>Git / GitHub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97302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2951AA-5E73-5BE1-451C-BAE757374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Реализованный функционал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75A20E-D5DA-18BA-C918-0EFDCDBFF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9078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Авторизация пользователей по ролям</a:t>
            </a:r>
          </a:p>
          <a:p>
            <a:r>
              <a:rPr lang="ru-RU" dirty="0"/>
              <a:t>Личный кабинет с ролевой панелью управления</a:t>
            </a:r>
          </a:p>
          <a:p>
            <a:r>
              <a:rPr lang="ru-RU" dirty="0"/>
              <a:t>Управление заказами (создание, статусы, отслеживание)</a:t>
            </a:r>
          </a:p>
          <a:p>
            <a:r>
              <a:rPr lang="ru-RU" dirty="0"/>
              <a:t>Управление персоналом (добавление сотрудников, распределение по бригадам)</a:t>
            </a:r>
          </a:p>
          <a:p>
            <a:r>
              <a:rPr lang="ru-RU" dirty="0"/>
              <a:t>Назначение производственных заданий (операция, заказ, количество)</a:t>
            </a:r>
          </a:p>
          <a:p>
            <a:r>
              <a:rPr lang="ru-RU" dirty="0"/>
              <a:t>Учет выполнения и брака работником</a:t>
            </a:r>
          </a:p>
          <a:p>
            <a:r>
              <a:rPr lang="ru-RU" dirty="0"/>
              <a:t>Контроль складских запасов (отслеживание низкого остатка, история списаний)</a:t>
            </a:r>
          </a:p>
          <a:p>
            <a:r>
              <a:rPr lang="ru-RU" dirty="0"/>
              <a:t>Статистика по бригадам, заказам и производительности</a:t>
            </a:r>
          </a:p>
          <a:p>
            <a:r>
              <a:rPr lang="ru-RU" dirty="0"/>
              <a:t>Адаптивный интерфейс, ориентированный на использование в производственной среде</a:t>
            </a:r>
          </a:p>
        </p:txBody>
      </p:sp>
    </p:spTree>
    <p:extLst>
      <p:ext uri="{BB962C8B-B14F-4D97-AF65-F5344CB8AC3E}">
        <p14:creationId xmlns:p14="http://schemas.microsoft.com/office/powerpoint/2010/main" val="2797618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F588AB-C271-79CE-5D44-9F24042F0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Планы развития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671CA8-1154-EA35-F356-263E8E3E7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Интеграция с 1С</a:t>
            </a:r>
            <a:r>
              <a:rPr lang="ru-RU" dirty="0"/>
              <a:t> или другими системами учета предприятия.</a:t>
            </a:r>
          </a:p>
          <a:p>
            <a:r>
              <a:rPr lang="ru-RU" b="1" dirty="0"/>
              <a:t>Расширенная аналитика</a:t>
            </a:r>
            <a:r>
              <a:rPr lang="ru-RU" dirty="0"/>
              <a:t> с графиками и прогнозами.</a:t>
            </a:r>
          </a:p>
          <a:p>
            <a:r>
              <a:rPr lang="ru-RU" b="1" dirty="0"/>
              <a:t>Мобильная маркировка</a:t>
            </a:r>
            <a:r>
              <a:rPr lang="ru-RU" dirty="0"/>
              <a:t> продукции (сканирование штрих-кодов).</a:t>
            </a:r>
          </a:p>
          <a:p>
            <a:r>
              <a:rPr lang="ru-RU" b="1" dirty="0"/>
              <a:t>Веб-версия</a:t>
            </a:r>
            <a:r>
              <a:rPr lang="ru-RU" dirty="0"/>
              <a:t> для управления с компьютеров руководства.</a:t>
            </a:r>
          </a:p>
          <a:p>
            <a:r>
              <a:rPr lang="ru-RU" b="1" dirty="0"/>
              <a:t>Интеграция с системами контроля доступа</a:t>
            </a:r>
            <a:r>
              <a:rPr lang="ru-RU" dirty="0"/>
              <a:t> для учета рабочего времени.</a:t>
            </a:r>
          </a:p>
        </p:txBody>
      </p:sp>
    </p:spTree>
    <p:extLst>
      <p:ext uri="{BB962C8B-B14F-4D97-AF65-F5344CB8AC3E}">
        <p14:creationId xmlns:p14="http://schemas.microsoft.com/office/powerpoint/2010/main" val="3801388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74AB1D-A557-4291-468D-3AF4C45D4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Выводы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8ADF68-D582-F346-B2CF-C53F8DE8C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b="1" dirty="0"/>
              <a:t>«</a:t>
            </a:r>
            <a:r>
              <a:rPr lang="en-US" b="1" dirty="0"/>
              <a:t>Clothing Production Tracker</a:t>
            </a:r>
            <a:r>
              <a:rPr lang="ru-RU" b="1" dirty="0"/>
              <a:t> »</a:t>
            </a:r>
            <a:r>
              <a:rPr lang="ru-RU" dirty="0"/>
              <a:t> — это современное, практичное решение для цифровизации швейного производства.</a:t>
            </a:r>
          </a:p>
          <a:p>
            <a:pPr marL="0" indent="0">
              <a:buNone/>
            </a:pPr>
            <a:r>
              <a:rPr lang="ru-RU" dirty="0"/>
              <a:t>Приложение:</a:t>
            </a:r>
          </a:p>
          <a:p>
            <a:r>
              <a:rPr lang="ru-RU" b="1" dirty="0"/>
              <a:t>Повышает прозрачность</a:t>
            </a:r>
            <a:r>
              <a:rPr lang="ru-RU" dirty="0"/>
              <a:t> производственного процесса на всех уровнях.</a:t>
            </a:r>
          </a:p>
          <a:p>
            <a:r>
              <a:rPr lang="ru-RU" b="1" dirty="0"/>
              <a:t>Сокращает время</a:t>
            </a:r>
            <a:r>
              <a:rPr lang="ru-RU" dirty="0"/>
              <a:t> на согласование и отчетность.</a:t>
            </a:r>
          </a:p>
          <a:p>
            <a:r>
              <a:rPr lang="ru-RU" b="1" dirty="0"/>
              <a:t>Помогает предотвращать простои</a:t>
            </a:r>
            <a:r>
              <a:rPr lang="ru-RU" dirty="0"/>
              <a:t> из-за нехватки материалов.</a:t>
            </a:r>
          </a:p>
          <a:p>
            <a:r>
              <a:rPr lang="ru-RU" b="1" dirty="0"/>
              <a:t>Стимулирует сотрудников</a:t>
            </a:r>
            <a:r>
              <a:rPr lang="ru-RU" dirty="0"/>
              <a:t> за счет наглядной персональной статистики.</a:t>
            </a:r>
          </a:p>
          <a:p>
            <a:r>
              <a:rPr lang="ru-RU" b="1" dirty="0"/>
              <a:t>Готово к внедрению</a:t>
            </a:r>
            <a:r>
              <a:rPr lang="ru-RU" dirty="0"/>
              <a:t> и масштабированию на другие производства.</a:t>
            </a:r>
          </a:p>
          <a:p>
            <a:pPr marL="0" indent="0">
              <a:buNone/>
            </a:pPr>
            <a:r>
              <a:rPr lang="ru-RU" dirty="0"/>
              <a:t>Проект решает актуальные задачи отрасли и готов к дальнейшему функциональному развитию.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85936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A6E3E9-4DBB-43CB-EBC3-D21099759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Демонстрация</a:t>
            </a:r>
            <a:br>
              <a:rPr lang="ru-RU" b="1" dirty="0"/>
            </a:br>
            <a:endParaRPr lang="ru-RU" dirty="0"/>
          </a:p>
        </p:txBody>
      </p:sp>
      <p:pic>
        <p:nvPicPr>
          <p:cNvPr id="8" name="Рисунок 7" descr="Изображение выглядит как текст, снимок экрана, программное обеспечение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98CFEBF-71C5-38E1-370D-9707D0268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48" y="1246909"/>
            <a:ext cx="2361230" cy="5054138"/>
          </a:xfrm>
          <a:prstGeom prst="rect">
            <a:avLst/>
          </a:prstGeom>
        </p:spPr>
      </p:pic>
      <p:pic>
        <p:nvPicPr>
          <p:cNvPr id="12" name="Рисунок 11" descr="Изображение выглядит как текст, снимок экрана, программное обеспечение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06E00AE-C28D-9548-96D2-80AC82D984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8100" y="1246907"/>
            <a:ext cx="2361230" cy="5054138"/>
          </a:xfrm>
          <a:prstGeom prst="rect">
            <a:avLst/>
          </a:prstGeom>
        </p:spPr>
      </p:pic>
      <p:pic>
        <p:nvPicPr>
          <p:cNvPr id="16" name="Рисунок 15" descr="Изображение выглядит как текст, снимок экрана, программное обеспечение, веб-страниц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A316886-6CAB-9C7E-A9F9-1E5A0DBA5B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6645" y="1246907"/>
            <a:ext cx="2361231" cy="5054140"/>
          </a:xfrm>
          <a:prstGeom prst="rect">
            <a:avLst/>
          </a:prstGeom>
        </p:spPr>
      </p:pic>
      <p:pic>
        <p:nvPicPr>
          <p:cNvPr id="18" name="Рисунок 17" descr="Изображение выглядит как текст, снимок экрана, программное обеспечение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663C893-5E1C-7B94-248D-1F33D595C9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8497" y="1246907"/>
            <a:ext cx="2361230" cy="5054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13154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552</Words>
  <Application>Microsoft Office PowerPoint</Application>
  <PresentationFormat>Широкоэкранный</PresentationFormat>
  <Paragraphs>77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Тема Office</vt:lpstr>
      <vt:lpstr>Clothing Production Tracker – система управления производством на швейном предприятии </vt:lpstr>
      <vt:lpstr>План презентации </vt:lpstr>
      <vt:lpstr>Идея проекта </vt:lpstr>
      <vt:lpstr>Основной функционал </vt:lpstr>
      <vt:lpstr>Архитектура проекта</vt:lpstr>
      <vt:lpstr>Используемые технологии </vt:lpstr>
      <vt:lpstr>Реализованный функционал </vt:lpstr>
      <vt:lpstr>Планы развития </vt:lpstr>
      <vt:lpstr>Выводы </vt:lpstr>
      <vt:lpstr>Демонстрация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Екатерина Киселёва</dc:creator>
  <cp:lastModifiedBy>Екатерина Киселёва</cp:lastModifiedBy>
  <cp:revision>2</cp:revision>
  <dcterms:created xsi:type="dcterms:W3CDTF">2025-12-14T20:05:31Z</dcterms:created>
  <dcterms:modified xsi:type="dcterms:W3CDTF">2025-12-14T21:15:32Z</dcterms:modified>
</cp:coreProperties>
</file>